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🧠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药师的第二大脑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Obsidian + Hermes Agent 的个人知识管理系统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刘冬瑞  |  泰州市人民医院  |  2026.06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药师的信息困境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37160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55448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5448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54480" y="1554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指南更新快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40480" y="155448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国内外指南年年更新，信息过载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37744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54480" y="2377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文献散落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40480" y="23774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微信收藏夹、手机备忘录、电脑文件夹到处都是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20040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32004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学了就忘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40480" y="32004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看了100篇文献，记不住10篇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02336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02336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⏰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54480" y="4023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找不到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40480" y="402336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需要用的时候，死活翻不出来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问题不是「没时间学」，而是「学了记不住，用时找不到」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我的解法：三层架构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37160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73152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63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📓 Obsidian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0" y="14630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管记忆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0" y="14630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双向链接 · 知识图谱 · 存储检索关联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51460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514600"/>
            <a:ext cx="73152" cy="9144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5146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🤖 Hermes Agent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0" y="25146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管行动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2514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AI对话 · 多平台 · 自动化 · 持久记忆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56616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566160"/>
            <a:ext cx="73152" cy="914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5661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AI Engine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114800" y="35661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管思考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0" y="35661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DeepSeek/Claude · 推理 · 总结 · 生成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类比：微信收藏夹是「纸箱子」，这套系统是「图书馆 + 管理员」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子弹笔记：极简项目管理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37160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36576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645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什么是子弹笔记？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每天只需3分钟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符号系统：• 事件  ○ 任务  — 笔记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快速记录，不排版不美化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项目管理 + 日记合一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遵循奥卡姆剃刀：如无必要，勿增实体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6576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645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我的实际使用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219456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子弹笔记/日记模板.md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每天自动创建，打开就写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项目比赛/（四项申报）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课题、论文、项目统一管理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双向链接串联知识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写药学笔记时自动关联相关文献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每日8点自动提醒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37160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109728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234440" y="2103120"/>
            <a:ext cx="36576" cy="13716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7" name="Text 5"/>
          <p:cNvSpPr/>
          <p:nvPr/>
        </p:nvSpPr>
        <p:spPr>
          <a:xfrm>
            <a:off x="2103120" y="1463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定时触发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89120" y="1463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Job 自动运行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109728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402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234440" y="2880360"/>
            <a:ext cx="36576" cy="13716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2" name="Text 10"/>
          <p:cNvSpPr/>
          <p:nvPr/>
        </p:nvSpPr>
        <p:spPr>
          <a:xfrm>
            <a:off x="2103120" y="2240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扫描待办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0" y="22402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daily_todo_scanner.py 扫描 Obsidian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017520"/>
            <a:ext cx="109728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175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234440" y="3657600"/>
            <a:ext cx="36576" cy="13716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7" name="Text 15"/>
          <p:cNvSpPr/>
          <p:nvPr/>
        </p:nvSpPr>
        <p:spPr>
          <a:xfrm>
            <a:off x="2103120" y="3017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生成摘要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89120" y="30175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整理今日待办 + 重点事项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3794760"/>
            <a:ext cx="109728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7947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103120" y="3794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推送消息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89120" y="37947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微信/Telegram 自动发送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3840480"/>
            <a:ext cx="7680960" cy="1097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示例消息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4251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早安！今日三件事：
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完善天晴基金申报书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卡瑞利珠单抗文献整理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智慧药学课题进度更新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一页纸工作台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37160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508760"/>
            <a:ext cx="2377440" cy="155448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00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今日三件事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天晴基金申报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文献整理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课题进度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508760"/>
            <a:ext cx="2377440" cy="155448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600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项目看板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192024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AI+医药大赛 6/15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天晴基金 7/30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中国药学会 7/31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89320" y="1508760"/>
            <a:ext cx="2377440" cy="155448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1600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近期截止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192024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6/15  AI大赛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6/30  智慧药学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7/30  天晴基金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3246120"/>
            <a:ext cx="7498080" cy="13716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3375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快速入口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65760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  |  GitHub  |  Hermes  |  学习计划  |  健身打卡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打开 Obsidian 就是你的首页，一眼看到所有重要信息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Markdown → HTML：精美阅读体验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37160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 说：「HTML是人类最自然的知识消费格式」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卡瑞利珠单抗心脏毒性
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概述
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卡瑞利珠单抗是一种PD-1抑制剂...
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发生率: 15-30%
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严重程度: Grade 1-4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06240" y="2926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D97706"/>
                </a:solidFill>
              </a:rPr>
              <a:t>→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754880" y="201168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46888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卡瑞利珠单抗心脏毒性
</a:t>
            </a:r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━━━━━━━━━━━━━━
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概述
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卡瑞利珠单抗是一种PD-1抑制剂...
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发生率: 15-30%
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严重程度: Grade 1-4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同样的内容，HTML阅读体验提升10倍，适合手机/平板浏览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Wiki：AI驱动的知识库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37160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Karpathy 的 LLM Wiki 方法论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8288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11680"/>
            <a:ext cx="18288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86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素材收集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网页·PDF·视频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YouTube·小红书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34640" y="2011680"/>
            <a:ext cx="18288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834640" y="2011680"/>
            <a:ext cx="18288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2971800" y="2286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AI消化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71800" y="283464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提取关键信息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生成结构化笔记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2011680"/>
            <a:ext cx="18288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37760" y="2011680"/>
            <a:ext cx="18288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5074920" y="2286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知识关联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74920" y="283464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双向链接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知识图谱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40880" y="2011680"/>
            <a:ext cx="18288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40880" y="2011680"/>
            <a:ext cx="18288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7178040" y="2286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Wiki输出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78040" y="283464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主题索引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健康度检查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97480" y="27432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7706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800600" y="27432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7706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03720" y="27432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7706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 Obsidian 从「笔记仓库」变成「可查询的知识库」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网页 → 笔记 → 知识库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37160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1508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5448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🌐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浏览网页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/YouTube视频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57400" y="21031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40280" y="1463040"/>
            <a:ext cx="1508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40280" y="155448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📥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240280" y="228600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Clipper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保存到 raw/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49040" y="21031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31920" y="1463040"/>
            <a:ext cx="1508760" cy="201168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31920" y="155448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🤖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931920" y="228600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AI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消化整理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40680" y="21031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23560" y="1463040"/>
            <a:ext cx="1508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23560" y="155448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📝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623560" y="228600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生成结构化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md笔记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0" y="21031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0" y="1463040"/>
            <a:ext cx="1508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0" y="155448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🔗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7315200" y="228600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存入 Wiki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知识图谱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实际场景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41148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看到一篇公众号文章 → 发链接给微信里的Hermes → 自动保存到 Obsidian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YouTube药学讲座 → 抓取字幕 → 生成知识卡片存入 wiki/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小红书药学科普 → 转为结构化笔记 → 自动分类归档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技能包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37160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不用写代码，复制就能用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828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057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学术写作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论文/申报/基金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1920240"/>
            <a:ext cx="1828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71800" y="2057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Obsidian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71800" y="2514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笔记管理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1920240"/>
            <a:ext cx="1828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74920" y="2057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Hermes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74920" y="2514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AI助手配置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0" y="1920240"/>
            <a:ext cx="1828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78040" y="2057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PPT生成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78040" y="2514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教学/汇报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200400"/>
            <a:ext cx="1828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3337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微信读书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794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阅读→行动卡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34640" y="3200400"/>
            <a:ext cx="1828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971800" y="3337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健身搭子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971800" y="3794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饮食/运动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3200400"/>
            <a:ext cx="1828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74920" y="3337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文献搜索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74920" y="3794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arXiv追踪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040880" y="3200400"/>
            <a:ext cx="1828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178040" y="3337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文档转换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78040" y="3794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md↔HTML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仓库：github.com/ldr920122/hermes-pkm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三步上手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37160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1463040"/>
            <a:ext cx="731520" cy="7315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安装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下载 Obsidian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安装 Hermes Agent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566160"/>
            <a:ext cx="201168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566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https://hermes-agent.nousresearch.com/install.sh | bash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06240" y="1463040"/>
            <a:ext cx="731520" cy="7315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66160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导入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66160" y="27432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克隆 Skills 仓库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一键安装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66160" y="3566160"/>
            <a:ext cx="201168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3566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https://github.com/ldr920122/hermes-pkm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040880" y="1463040"/>
            <a:ext cx="731520" cy="7315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0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使用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00800" y="27432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打开微信/Telegram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直接对话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3566160"/>
            <a:ext cx="201168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566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你：帮我整理这篇文献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药师不需要会写代码，只需要会用AI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药师不只是发药的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我们是药物信息的管理者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2743200" cy="36576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 管记忆，Hermes 管行动，AI 管思考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pPr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github.com/ldr920122/hermes-pkm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药师的第二大脑</dc:title>
  <dc:subject>PptxGenJS Presentation</dc:subject>
  <dc:creator>刘冬瑞</dc:creator>
  <cp:lastModifiedBy>刘冬瑞</cp:lastModifiedBy>
  <cp:revision>1</cp:revision>
  <dcterms:created xsi:type="dcterms:W3CDTF">2026-06-03T03:12:50Z</dcterms:created>
  <dcterms:modified xsi:type="dcterms:W3CDTF">2026-06-03T03:12:50Z</dcterms:modified>
</cp:coreProperties>
</file>